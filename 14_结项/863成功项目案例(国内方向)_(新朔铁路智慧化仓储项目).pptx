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59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pos="710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{505F2C04-C923-438B-8C0F-E0CD2BADF298}">
      <wppc:fontMiss xmlns=""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3333CC"/>
    <a:srgbClr val="006666"/>
    <a:srgbClr val="D4D4D4"/>
    <a:srgbClr val="50ABC6"/>
    <a:srgbClr val="92D050"/>
    <a:srgbClr val="003466"/>
    <a:srgbClr val="FD6400"/>
    <a:srgbClr val="0080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00" autoAdjust="0"/>
  </p:normalViewPr>
  <p:slideViewPr>
    <p:cSldViewPr showGuides="1">
      <p:cViewPr varScale="1">
        <p:scale>
          <a:sx n="115" d="100"/>
          <a:sy n="115" d="100"/>
        </p:scale>
        <p:origin x="372" y="114"/>
      </p:cViewPr>
      <p:guideLst>
        <p:guide orient="horz" pos="1253"/>
        <p:guide pos="71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140"/>
    </p:cViewPr>
  </p:sorterViewPr>
  <p:notesViewPr>
    <p:cSldViewPr>
      <p:cViewPr varScale="1">
        <p:scale>
          <a:sx n="65" d="100"/>
          <a:sy n="65" d="100"/>
        </p:scale>
        <p:origin x="27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2517B-B897-4E04-B7DB-887F7402EE28}" type="datetimeFigureOut">
              <a:rPr lang="zh-CN" altLang="en-US" smtClean="0"/>
              <a:t>2024-2-22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9EAC6-5906-43CC-8DB1-09B688237B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B12C6-23D9-42C3-859F-E90BFBBD82A9}" type="datetimeFigureOut">
              <a:rPr kumimoji="1" lang="ja-JP" altLang="en-US" smtClean="0"/>
              <a:t>2024/2/22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4C9F4-BB4E-4009-86A6-14867CABE8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/>
          <p:nvPr userDrawn="1"/>
        </p:nvSpPr>
        <p:spPr bwMode="auto">
          <a:xfrm>
            <a:off x="-24680" y="-10244"/>
            <a:ext cx="12216680" cy="642913"/>
          </a:xfrm>
          <a:prstGeom prst="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82880" tIns="91440" rIns="91436" bIns="182880" anchor="ctr"/>
          <a:lstStyle/>
          <a:p>
            <a:pPr defTabSz="913765" eaLnBrk="1" hangingPunct="1">
              <a:buFont typeface="Arial" panose="020B0604020202020204" pitchFamily="34" charset="0"/>
              <a:buNone/>
              <a:defRPr/>
            </a:pPr>
            <a:r>
              <a:rPr lang="zh-CN" altLang="en-US" sz="4000" b="1" noProof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MS PGothic" panose="020B0600070205080204" pitchFamily="34" charset="-128"/>
                <a:ea typeface="MS PGothic" panose="020B0600070205080204" pitchFamily="34" charset="-128"/>
              </a:rPr>
              <a:t>       </a:t>
            </a:r>
            <a:endParaRPr lang="zh-CN" altLang="en-US" sz="4000" b="1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n-ea"/>
              <a:sym typeface="+mn-ea"/>
            </a:endParaRPr>
          </a:p>
        </p:txBody>
      </p:sp>
      <p:sp>
        <p:nvSpPr>
          <p:cNvPr id="10" name="标题 6"/>
          <p:cNvSpPr txBox="1">
            <a:spLocks noChangeArrowheads="1"/>
          </p:cNvSpPr>
          <p:nvPr userDrawn="1"/>
        </p:nvSpPr>
        <p:spPr>
          <a:xfrm>
            <a:off x="911424" y="38100"/>
            <a:ext cx="5256584" cy="6206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三、企业应用</a:t>
            </a:r>
            <a:endParaRPr kumimoji="0"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680" y="-27384"/>
            <a:ext cx="676371" cy="6480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01">
            <a:extLst>
              <a:ext uri="{FF2B5EF4-FFF2-40B4-BE49-F238E27FC236}">
                <a16:creationId xmlns:a16="http://schemas.microsoft.com/office/drawing/2014/main" id="{60E4D536-8D50-3E19-727A-34A0DA9A2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54578" y="731442"/>
            <a:ext cx="4209883" cy="2346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 txBox="1">
            <a:spLocks noRot="1" noChangeArrowheads="1"/>
          </p:cNvSpPr>
          <p:nvPr/>
        </p:nvSpPr>
        <p:spPr bwMode="auto">
          <a:xfrm>
            <a:off x="3575050" y="4579938"/>
            <a:ext cx="5761038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5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  <a:defRPr/>
            </a:pPr>
            <a:endParaRPr lang="zh-CN" altLang="en-US" sz="1600" b="1" kern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メイリオ" panose="020B060403050404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b="1" kern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メイリオ" panose="020B0604030504040204" pitchFamily="34" charset="-128"/>
              </a:rPr>
              <a:t>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1600" b="1" kern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メイリオ" panose="020B0604030504040204" pitchFamily="34" charset="-128"/>
            </a:endParaRPr>
          </a:p>
        </p:txBody>
      </p:sp>
      <p:sp>
        <p:nvSpPr>
          <p:cNvPr id="79875" name="TextBox 9"/>
          <p:cNvSpPr txBox="1">
            <a:spLocks noChangeArrowheads="1"/>
          </p:cNvSpPr>
          <p:nvPr/>
        </p:nvSpPr>
        <p:spPr bwMode="auto">
          <a:xfrm>
            <a:off x="191344" y="5239424"/>
            <a:ext cx="11737304" cy="134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项目描述：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仓库智慧化出入库设备须具备仓储管理过程可视化、可追溯化、事中控制和预防等功能。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RFID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手持终端（具备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2G/3G/4G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功能）、射频识别（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RFID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）门禁系统、仓储管理系统及其相关设备组成。建立仓储管理系统，实现与国家能源集团物资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ERP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系统的连通，构建一体化管理系统，实现领料人从提交申请到进库按照页面提示领料，提升领料效率、简化领料过程，实现便捷取货。</a:t>
            </a:r>
          </a:p>
        </p:txBody>
      </p:sp>
      <p:sp>
        <p:nvSpPr>
          <p:cNvPr id="79879" name="内容占位符 2"/>
          <p:cNvSpPr>
            <a:spLocks noGrp="1"/>
          </p:cNvSpPr>
          <p:nvPr/>
        </p:nvSpPr>
        <p:spPr bwMode="auto">
          <a:xfrm>
            <a:off x="191344" y="980728"/>
            <a:ext cx="3383388" cy="367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新朔铁路智慧化仓储项目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ja-JP" sz="16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en-US" altLang="ja-JP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/0</a:t>
            </a:r>
            <a:r>
              <a:rPr lang="en-US" altLang="zh-CN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ja-JP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ja-JP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en-US" altLang="ja-JP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/03</a:t>
            </a:r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人月：</a:t>
            </a:r>
            <a:r>
              <a:rPr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ja-JP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springcloud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需求、设计、开发、测试、实施</a:t>
            </a:r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B7D4C-E4D5-5AEB-E3D4-4E79B88D3E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51578" y="3078395"/>
            <a:ext cx="4254297" cy="2481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C3F916-73BC-935B-D17B-F052E8143F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0281" y="734845"/>
            <a:ext cx="4251297" cy="2346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02EE9E-5C82-CD01-5088-5AAF225AA5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0281" y="3078395"/>
            <a:ext cx="1342489" cy="2502358"/>
          </a:xfrm>
          <a:prstGeom prst="rect">
            <a:avLst/>
          </a:prstGeom>
        </p:spPr>
      </p:pic>
      <p:pic>
        <p:nvPicPr>
          <p:cNvPr id="11" name="图片 155">
            <a:extLst>
              <a:ext uri="{FF2B5EF4-FFF2-40B4-BE49-F238E27FC236}">
                <a16:creationId xmlns:a16="http://schemas.microsoft.com/office/drawing/2014/main" id="{624697F4-A073-F745-2D7A-FF01BF551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46440" y="3068549"/>
            <a:ext cx="1413115" cy="251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9A1B98-2AD9-C2AC-59B0-EDC8A9F84D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556" y="3078396"/>
            <a:ext cx="1495022" cy="25023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115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メイリオ</vt:lpstr>
      <vt:lpstr>ＭＳ Ｐゴシック</vt:lpstr>
      <vt:lpstr>ＭＳ Ｐゴシック</vt:lpstr>
      <vt:lpstr>等线</vt:lpstr>
      <vt:lpstr>微软雅黑</vt:lpstr>
      <vt:lpstr>Arial</vt:lpstr>
      <vt:lpstr>Calibri</vt:lpstr>
      <vt:lpstr>Wingdings</vt:lpstr>
      <vt:lpstr>5_自定义设计方案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ZENBOOKCHUNLI</dc:creator>
  <cp:lastModifiedBy>USER-</cp:lastModifiedBy>
  <cp:revision>509</cp:revision>
  <dcterms:created xsi:type="dcterms:W3CDTF">2013-07-16T15:10:00Z</dcterms:created>
  <dcterms:modified xsi:type="dcterms:W3CDTF">2024-02-22T06:34:34Z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